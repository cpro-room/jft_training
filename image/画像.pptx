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 autoAdjust="0"/>
    <p:restoredTop sz="94660"/>
  </p:normalViewPr>
  <p:slideViewPr>
    <p:cSldViewPr snapToGrid="0">
      <p:cViewPr varScale="1">
        <p:scale>
          <a:sx n="48" d="100"/>
          <a:sy n="48" d="100"/>
        </p:scale>
        <p:origin x="12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1BE9EA-F76D-4F7F-907E-D50AA606BB6C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433BCA-500E-4D89-A738-28E796A4C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4331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33BCA-500E-4D89-A738-28E796A4C60E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2832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33BCA-500E-4D89-A738-28E796A4C60E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6508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376E54-593F-1FF2-9487-64A9AAE66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B469910-6443-CA2A-8465-4EA0409B6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6D74D4-13B4-1262-1FE9-21C3CE27A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6AC7-98D7-4A0F-B828-6F0502B9F3CB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92CCB2-C922-E20B-DF13-7A3C68321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857A84-CE2D-9F58-50A5-315DE5299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10550-0253-4C5D-BF9E-779E537340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2887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2DAA55-DB2C-3105-FFA8-34422C9AC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CC29D55-DF07-AFEC-CDDA-7D422D384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C1CA39-A3FF-DAE5-16B1-0D592FAA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6AC7-98D7-4A0F-B828-6F0502B9F3CB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D1206B-8711-B12B-55A6-0FF4B318E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EAE84A-B6CB-3112-2706-43BF460D0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10550-0253-4C5D-BF9E-779E537340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8413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3FFD25-6597-F13C-E610-60A08EABB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9EB1CE2-90CF-9D8C-FEC7-337F35FB3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8E22FC-1601-E952-4423-3061CB0B3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6AC7-98D7-4A0F-B828-6F0502B9F3CB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98AFEF-D3C7-0729-EAD7-8DDD94439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758BB4-1B5E-2588-C6F3-744737BE4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10550-0253-4C5D-BF9E-779E537340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7638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58EBCA-E0DD-DA10-7FEB-3A819BD7C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F76356-2B56-2A5D-B2AD-1032EA1CAA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9EFB8BA-22BA-AD69-2384-554303D4A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BDA294B-2226-7365-47BD-7AAB865A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6AC7-98D7-4A0F-B828-6F0502B9F3CB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79DD3FC-FC9A-901E-9131-81E192BDF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8C86A8-AA4B-C81C-64BA-5D1F4C179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10550-0253-4C5D-BF9E-779E537340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6710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96FF3B-EF86-EB21-9468-EACB8F1D6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71B5966-8880-42C2-1DAB-995835080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5ABA8C4-9C91-EE1C-058C-65B1B74FC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9EA7A08-5410-D880-A905-FA96AA4D3C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47A4C78-FB3D-1C49-6E25-E61F8CDB57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81612AF-CA68-7144-28EA-E4D44588A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6AC7-98D7-4A0F-B828-6F0502B9F3CB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3B38F4A-7E4C-1919-14F2-6D3E40F1A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AC47F61-914B-8F47-A40D-5F693A520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10550-0253-4C5D-BF9E-779E537340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3987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99625A-CA13-515E-2767-A836D7A35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06586EB-BBF7-7F1F-9A34-24D49D538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6AC7-98D7-4A0F-B828-6F0502B9F3CB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0ED7922-960F-E398-EBB9-47C0E66F1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AF9B1C8-1C0C-E1C5-78BA-DE8945D2C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10550-0253-4C5D-BF9E-779E537340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8551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D80D4BA-8057-99B7-4573-D7A9C4AE1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6AC7-98D7-4A0F-B828-6F0502B9F3CB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9684847-CC1C-EDD0-58E4-E96FFA5F0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B95F19B-D23E-F2BB-C2B4-0B4DB8607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10550-0253-4C5D-BF9E-779E537340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843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A497E7-1EF7-F7B6-37C0-3C764CCCE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74BF99-BB2B-226F-34D7-B1E7D4FCF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ABCB290-FCAD-5682-E4A2-B3E4B758A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F728E9F-CBBA-075A-F014-8837BE511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6AC7-98D7-4A0F-B828-6F0502B9F3CB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1D3D233-B36D-E0A3-25A0-03DA8A1CA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3DC18C9-0C97-7398-C5D8-B2645CFE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10550-0253-4C5D-BF9E-779E537340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006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00D989-3417-BB16-CCD9-4A5022D1E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5494A07-E8CE-B037-5C20-2E5938FF79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5B45F3C-4096-A26E-822C-7708504FA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E75FFEE-F10C-370C-7EFA-FC9EA49BD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6AC7-98D7-4A0F-B828-6F0502B9F3CB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166264-AF83-BC11-0EEB-380C94776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AADD992-599E-086B-BA9F-7B43DA8A4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10550-0253-4C5D-BF9E-779E537340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7552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5E2256-39CF-4EFE-D428-B05E9E973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59CBA01-C395-5EB1-6BAB-F306F79C1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A864B3-2320-1669-00EA-A9ED5C8EE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6AC7-98D7-4A0F-B828-6F0502B9F3CB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8EB168-E773-1A92-72A3-0BA3CB6E1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70DF17-52EF-A0A5-E0C0-C6E4632DB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10550-0253-4C5D-BF9E-779E537340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2935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B09C20E-556C-CD86-B7BB-4793ED8926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70A177F-307D-931C-0443-041A10EB1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74BBE5-9BD5-2A85-8B3E-8A19074E3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6AC7-98D7-4A0F-B828-6F0502B9F3CB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662926-1EC8-1D89-E5D3-EF9C2337D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CED513-4F4D-2600-4A07-8858CDCD4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10550-0253-4C5D-BF9E-779E537340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1796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3BAD4C0-6C9A-69F9-98FE-C13C73654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9C2F9F1-3761-6C88-10D7-99CB3A2F4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95502F-2AA6-6EF1-F042-525D0C34A0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F6AC7-98D7-4A0F-B828-6F0502B9F3CB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7235A2-7450-9C15-7477-AB7EA81F8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04E48B-3440-B45B-6C82-697EDA9F0A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10550-0253-4C5D-BF9E-779E537340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6374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FCB8328C-C65B-CE17-5DE7-115ADB716BD3}"/>
              </a:ext>
            </a:extLst>
          </p:cNvPr>
          <p:cNvGrpSpPr/>
          <p:nvPr/>
        </p:nvGrpSpPr>
        <p:grpSpPr>
          <a:xfrm>
            <a:off x="3622639" y="662523"/>
            <a:ext cx="4965236" cy="5532952"/>
            <a:chOff x="3622639" y="662523"/>
            <a:chExt cx="4965236" cy="5532952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8777A0B7-62A8-B140-C4EF-C802BB388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23841" y="662523"/>
              <a:ext cx="3344316" cy="5532952"/>
            </a:xfrm>
            <a:prstGeom prst="rect">
              <a:avLst/>
            </a:prstGeom>
          </p:spPr>
        </p:pic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B3AB6CD7-E44F-D83A-0CFF-1F244B713E78}"/>
                </a:ext>
              </a:extLst>
            </p:cNvPr>
            <p:cNvGrpSpPr/>
            <p:nvPr/>
          </p:nvGrpSpPr>
          <p:grpSpPr>
            <a:xfrm>
              <a:off x="3622639" y="1391478"/>
              <a:ext cx="4965236" cy="4072441"/>
              <a:chOff x="3616509" y="2584174"/>
              <a:chExt cx="4965236" cy="4072441"/>
            </a:xfrm>
          </p:grpSpPr>
          <p:sp>
            <p:nvSpPr>
              <p:cNvPr id="6" name="楕円 5">
                <a:extLst>
                  <a:ext uri="{FF2B5EF4-FFF2-40B4-BE49-F238E27FC236}">
                    <a16:creationId xmlns:a16="http://schemas.microsoft.com/office/drawing/2014/main" id="{8887C3CB-8FB7-4233-8BCE-BDE73029A1DB}"/>
                  </a:ext>
                </a:extLst>
              </p:cNvPr>
              <p:cNvSpPr/>
              <p:nvPr/>
            </p:nvSpPr>
            <p:spPr>
              <a:xfrm>
                <a:off x="7874173" y="4146747"/>
                <a:ext cx="707572" cy="70757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3200" b="1" dirty="0">
                    <a:solidFill>
                      <a:srgbClr val="FF0000"/>
                    </a:solidFill>
                  </a:rPr>
                  <a:t>D</a:t>
                </a:r>
                <a:endParaRPr kumimoji="1" lang="ja-JP" altLang="en-US" sz="3200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8" name="直線コネクタ 7">
                <a:extLst>
                  <a:ext uri="{FF2B5EF4-FFF2-40B4-BE49-F238E27FC236}">
                    <a16:creationId xmlns:a16="http://schemas.microsoft.com/office/drawing/2014/main" id="{B6616A67-666A-1021-17BE-056E8DC854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46461" y="4040997"/>
                <a:ext cx="1228633" cy="36728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楕円 8">
                <a:extLst>
                  <a:ext uri="{FF2B5EF4-FFF2-40B4-BE49-F238E27FC236}">
                    <a16:creationId xmlns:a16="http://schemas.microsoft.com/office/drawing/2014/main" id="{EC2C906A-E3C0-02F3-1912-5E2F5FCD3E54}"/>
                  </a:ext>
                </a:extLst>
              </p:cNvPr>
              <p:cNvSpPr/>
              <p:nvPr/>
            </p:nvSpPr>
            <p:spPr>
              <a:xfrm>
                <a:off x="3616509" y="5829775"/>
                <a:ext cx="707572" cy="70757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3200" b="1" dirty="0">
                    <a:solidFill>
                      <a:srgbClr val="FF0000"/>
                    </a:solidFill>
                  </a:rPr>
                  <a:t>B</a:t>
                </a:r>
                <a:endParaRPr kumimoji="1" lang="ja-JP" altLang="en-US" sz="3200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0" name="直線コネクタ 9">
                <a:extLst>
                  <a:ext uri="{FF2B5EF4-FFF2-40B4-BE49-F238E27FC236}">
                    <a16:creationId xmlns:a16="http://schemas.microsoft.com/office/drawing/2014/main" id="{FFAA7863-6EB1-E714-4B05-FB7639A430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04644" y="6302829"/>
                <a:ext cx="853661" cy="35378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楕円 18">
                <a:extLst>
                  <a:ext uri="{FF2B5EF4-FFF2-40B4-BE49-F238E27FC236}">
                    <a16:creationId xmlns:a16="http://schemas.microsoft.com/office/drawing/2014/main" id="{230EC60D-07A6-CD1B-2A46-4DB3BF4E0A21}"/>
                  </a:ext>
                </a:extLst>
              </p:cNvPr>
              <p:cNvSpPr/>
              <p:nvPr/>
            </p:nvSpPr>
            <p:spPr>
              <a:xfrm>
                <a:off x="3904035" y="4699360"/>
                <a:ext cx="707572" cy="70757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3200" b="1" dirty="0">
                    <a:solidFill>
                      <a:srgbClr val="FF0000"/>
                    </a:solidFill>
                  </a:rPr>
                  <a:t>A</a:t>
                </a:r>
                <a:endParaRPr kumimoji="1" lang="ja-JP" altLang="en-US" sz="3200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0" name="直線コネクタ 19">
                <a:extLst>
                  <a:ext uri="{FF2B5EF4-FFF2-40B4-BE49-F238E27FC236}">
                    <a16:creationId xmlns:a16="http://schemas.microsoft.com/office/drawing/2014/main" id="{4C0997CE-711D-E30C-ABB7-89122D4B5D1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70179" y="4040997"/>
                <a:ext cx="621866" cy="73456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楕円 21">
                <a:extLst>
                  <a:ext uri="{FF2B5EF4-FFF2-40B4-BE49-F238E27FC236}">
                    <a16:creationId xmlns:a16="http://schemas.microsoft.com/office/drawing/2014/main" id="{23ECBAD7-14A0-9D83-5F23-FE43727B230F}"/>
                  </a:ext>
                </a:extLst>
              </p:cNvPr>
              <p:cNvSpPr/>
              <p:nvPr/>
            </p:nvSpPr>
            <p:spPr>
              <a:xfrm>
                <a:off x="7798920" y="2904832"/>
                <a:ext cx="707572" cy="70757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3200" b="1" dirty="0">
                    <a:solidFill>
                      <a:srgbClr val="FF0000"/>
                    </a:solidFill>
                  </a:rPr>
                  <a:t>C</a:t>
                </a:r>
                <a:endParaRPr kumimoji="1" lang="ja-JP" altLang="en-US" sz="3200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3" name="直線コネクタ 22">
                <a:extLst>
                  <a:ext uri="{FF2B5EF4-FFF2-40B4-BE49-F238E27FC236}">
                    <a16:creationId xmlns:a16="http://schemas.microsoft.com/office/drawing/2014/main" id="{8326A00B-B53F-34DF-1FF7-5371D07E80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8983" y="2584174"/>
                <a:ext cx="1106806" cy="467615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2977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C5A44F4-D368-1B8D-A44D-B999E5638236}"/>
              </a:ext>
            </a:extLst>
          </p:cNvPr>
          <p:cNvGrpSpPr/>
          <p:nvPr/>
        </p:nvGrpSpPr>
        <p:grpSpPr>
          <a:xfrm>
            <a:off x="206617" y="287151"/>
            <a:ext cx="4871193" cy="3906752"/>
            <a:chOff x="206617" y="287151"/>
            <a:chExt cx="4871193" cy="3906752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55D86003-0E39-9068-6DA7-5C0D9556E386}"/>
                </a:ext>
              </a:extLst>
            </p:cNvPr>
            <p:cNvSpPr/>
            <p:nvPr/>
          </p:nvSpPr>
          <p:spPr>
            <a:xfrm>
              <a:off x="206617" y="291062"/>
              <a:ext cx="4871193" cy="39028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FB35CCD5-11B5-16DE-E95B-25586E9A1F33}"/>
                </a:ext>
              </a:extLst>
            </p:cNvPr>
            <p:cNvGrpSpPr/>
            <p:nvPr/>
          </p:nvGrpSpPr>
          <p:grpSpPr>
            <a:xfrm>
              <a:off x="315312" y="287151"/>
              <a:ext cx="4626444" cy="3725479"/>
              <a:chOff x="315312" y="287151"/>
              <a:chExt cx="4626444" cy="3725479"/>
            </a:xfrm>
          </p:grpSpPr>
          <p:pic>
            <p:nvPicPr>
              <p:cNvPr id="27" name="Google Shape;693;p66">
                <a:extLst>
                  <a:ext uri="{FF2B5EF4-FFF2-40B4-BE49-F238E27FC236}">
                    <a16:creationId xmlns:a16="http://schemas.microsoft.com/office/drawing/2014/main" id="{6E926611-5D95-5601-FBC6-84CA334A6D5B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315312" y="2463562"/>
                <a:ext cx="894870" cy="6303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" name="Google Shape;694;p66">
                <a:extLst>
                  <a:ext uri="{FF2B5EF4-FFF2-40B4-BE49-F238E27FC236}">
                    <a16:creationId xmlns:a16="http://schemas.microsoft.com/office/drawing/2014/main" id="{A1501ED6-20B3-48B2-D4A5-4691E0DDB373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893443" y="287151"/>
                <a:ext cx="493199" cy="6391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" name="Google Shape;695;p66">
                <a:extLst>
                  <a:ext uri="{FF2B5EF4-FFF2-40B4-BE49-F238E27FC236}">
                    <a16:creationId xmlns:a16="http://schemas.microsoft.com/office/drawing/2014/main" id="{9DD9075E-6662-3EDE-CA0C-0CBBDD5974AC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823962" y="3504245"/>
                <a:ext cx="632160" cy="5083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" name="Google Shape;697;p66">
                <a:extLst>
                  <a:ext uri="{FF2B5EF4-FFF2-40B4-BE49-F238E27FC236}">
                    <a16:creationId xmlns:a16="http://schemas.microsoft.com/office/drawing/2014/main" id="{D253556E-3D3F-1419-96FD-96D7895FD8E3}"/>
                  </a:ext>
                </a:extLst>
              </p:cNvPr>
              <p:cNvSpPr/>
              <p:nvPr/>
            </p:nvSpPr>
            <p:spPr>
              <a:xfrm>
                <a:off x="1320457" y="984686"/>
                <a:ext cx="3621299" cy="227951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698;p66">
                <a:extLst>
                  <a:ext uri="{FF2B5EF4-FFF2-40B4-BE49-F238E27FC236}">
                    <a16:creationId xmlns:a16="http://schemas.microsoft.com/office/drawing/2014/main" id="{0B65E6AD-82B5-BF2D-D977-BF9A7FF88C30}"/>
                  </a:ext>
                </a:extLst>
              </p:cNvPr>
              <p:cNvSpPr/>
              <p:nvPr/>
            </p:nvSpPr>
            <p:spPr>
              <a:xfrm>
                <a:off x="3630072" y="1151110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699;p66">
                <a:extLst>
                  <a:ext uri="{FF2B5EF4-FFF2-40B4-BE49-F238E27FC236}">
                    <a16:creationId xmlns:a16="http://schemas.microsoft.com/office/drawing/2014/main" id="{C06ECE4B-FAAA-1098-DC33-553F935487C5}"/>
                  </a:ext>
                </a:extLst>
              </p:cNvPr>
              <p:cNvSpPr/>
              <p:nvPr/>
            </p:nvSpPr>
            <p:spPr>
              <a:xfrm>
                <a:off x="3140043" y="1151110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700;p66">
                <a:extLst>
                  <a:ext uri="{FF2B5EF4-FFF2-40B4-BE49-F238E27FC236}">
                    <a16:creationId xmlns:a16="http://schemas.microsoft.com/office/drawing/2014/main" id="{66A48BD6-AF49-6F0A-863A-AF63E2FB7356}"/>
                  </a:ext>
                </a:extLst>
              </p:cNvPr>
              <p:cNvSpPr/>
              <p:nvPr/>
            </p:nvSpPr>
            <p:spPr>
              <a:xfrm>
                <a:off x="2654483" y="1151110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701;p66">
                <a:extLst>
                  <a:ext uri="{FF2B5EF4-FFF2-40B4-BE49-F238E27FC236}">
                    <a16:creationId xmlns:a16="http://schemas.microsoft.com/office/drawing/2014/main" id="{554F68C4-7DE5-A6D2-7338-1A37BD2B4040}"/>
                  </a:ext>
                </a:extLst>
              </p:cNvPr>
              <p:cNvSpPr/>
              <p:nvPr/>
            </p:nvSpPr>
            <p:spPr>
              <a:xfrm>
                <a:off x="3143629" y="1637776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702;p66">
                <a:extLst>
                  <a:ext uri="{FF2B5EF4-FFF2-40B4-BE49-F238E27FC236}">
                    <a16:creationId xmlns:a16="http://schemas.microsoft.com/office/drawing/2014/main" id="{22079DAD-A246-02CE-D358-851A2771B91B}"/>
                  </a:ext>
                </a:extLst>
              </p:cNvPr>
              <p:cNvSpPr/>
              <p:nvPr/>
            </p:nvSpPr>
            <p:spPr>
              <a:xfrm>
                <a:off x="2650014" y="2124442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703;p66">
                <a:extLst>
                  <a:ext uri="{FF2B5EF4-FFF2-40B4-BE49-F238E27FC236}">
                    <a16:creationId xmlns:a16="http://schemas.microsoft.com/office/drawing/2014/main" id="{36FC4E51-2965-9BB1-4E37-B352DA2AFC50}"/>
                  </a:ext>
                </a:extLst>
              </p:cNvPr>
              <p:cNvSpPr/>
              <p:nvPr/>
            </p:nvSpPr>
            <p:spPr>
              <a:xfrm>
                <a:off x="3140043" y="2124441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704;p66">
                <a:extLst>
                  <a:ext uri="{FF2B5EF4-FFF2-40B4-BE49-F238E27FC236}">
                    <a16:creationId xmlns:a16="http://schemas.microsoft.com/office/drawing/2014/main" id="{B5B93F9E-42EE-8C01-E804-323E1E4B76C0}"/>
                  </a:ext>
                </a:extLst>
              </p:cNvPr>
              <p:cNvSpPr/>
              <p:nvPr/>
            </p:nvSpPr>
            <p:spPr>
              <a:xfrm>
                <a:off x="2650014" y="1637776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705;p66">
                <a:extLst>
                  <a:ext uri="{FF2B5EF4-FFF2-40B4-BE49-F238E27FC236}">
                    <a16:creationId xmlns:a16="http://schemas.microsoft.com/office/drawing/2014/main" id="{431DFE4B-4003-95DA-20C6-84F40DD26EB7}"/>
                  </a:ext>
                </a:extLst>
              </p:cNvPr>
              <p:cNvSpPr/>
              <p:nvPr/>
            </p:nvSpPr>
            <p:spPr>
              <a:xfrm>
                <a:off x="3630072" y="1637776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706;p66">
                <a:extLst>
                  <a:ext uri="{FF2B5EF4-FFF2-40B4-BE49-F238E27FC236}">
                    <a16:creationId xmlns:a16="http://schemas.microsoft.com/office/drawing/2014/main" id="{3649285E-2651-9ED9-DD12-5BCC05509353}"/>
                  </a:ext>
                </a:extLst>
              </p:cNvPr>
              <p:cNvSpPr/>
              <p:nvPr/>
            </p:nvSpPr>
            <p:spPr>
              <a:xfrm>
                <a:off x="3638047" y="2124441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707;p66">
                <a:extLst>
                  <a:ext uri="{FF2B5EF4-FFF2-40B4-BE49-F238E27FC236}">
                    <a16:creationId xmlns:a16="http://schemas.microsoft.com/office/drawing/2014/main" id="{24A812BE-8229-5B58-05BD-DBF4836060DE}"/>
                  </a:ext>
                </a:extLst>
              </p:cNvPr>
              <p:cNvSpPr/>
              <p:nvPr/>
            </p:nvSpPr>
            <p:spPr>
              <a:xfrm>
                <a:off x="1406227" y="1805253"/>
                <a:ext cx="286327" cy="805854"/>
              </a:xfrm>
              <a:prstGeom prst="rect">
                <a:avLst/>
              </a:prstGeom>
              <a:solidFill>
                <a:srgbClr val="FF0000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708;p66">
                <a:extLst>
                  <a:ext uri="{FF2B5EF4-FFF2-40B4-BE49-F238E27FC236}">
                    <a16:creationId xmlns:a16="http://schemas.microsoft.com/office/drawing/2014/main" id="{1E0704C7-8677-046B-59E3-0C291D4BD80D}"/>
                  </a:ext>
                </a:extLst>
              </p:cNvPr>
              <p:cNvSpPr/>
              <p:nvPr/>
            </p:nvSpPr>
            <p:spPr>
              <a:xfrm>
                <a:off x="1131903" y="2817367"/>
                <a:ext cx="391343" cy="202575"/>
              </a:xfrm>
              <a:prstGeom prst="rect">
                <a:avLst/>
              </a:prstGeom>
              <a:solidFill>
                <a:schemeClr val="dk1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F957D676-C197-9D40-6F9D-C80B599D2CA4}"/>
              </a:ext>
            </a:extLst>
          </p:cNvPr>
          <p:cNvGrpSpPr/>
          <p:nvPr/>
        </p:nvGrpSpPr>
        <p:grpSpPr>
          <a:xfrm>
            <a:off x="5588694" y="307030"/>
            <a:ext cx="4871193" cy="3921425"/>
            <a:chOff x="5588694" y="307030"/>
            <a:chExt cx="4871193" cy="3921425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3C0C0118-71A8-BD5C-400A-8C6B5DA3F3FE}"/>
                </a:ext>
              </a:extLst>
            </p:cNvPr>
            <p:cNvGrpSpPr/>
            <p:nvPr/>
          </p:nvGrpSpPr>
          <p:grpSpPr>
            <a:xfrm>
              <a:off x="5728831" y="307030"/>
              <a:ext cx="4626444" cy="3725479"/>
              <a:chOff x="5728831" y="307030"/>
              <a:chExt cx="4626444" cy="3725479"/>
            </a:xfrm>
          </p:grpSpPr>
          <p:pic>
            <p:nvPicPr>
              <p:cNvPr id="42" name="Google Shape;693;p66">
                <a:extLst>
                  <a:ext uri="{FF2B5EF4-FFF2-40B4-BE49-F238E27FC236}">
                    <a16:creationId xmlns:a16="http://schemas.microsoft.com/office/drawing/2014/main" id="{8F1489F6-AA6A-7AA3-39B9-C8E8A7330DB4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5728831" y="2483441"/>
                <a:ext cx="894870" cy="6303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" name="Google Shape;694;p66">
                <a:extLst>
                  <a:ext uri="{FF2B5EF4-FFF2-40B4-BE49-F238E27FC236}">
                    <a16:creationId xmlns:a16="http://schemas.microsoft.com/office/drawing/2014/main" id="{17688457-EA92-C0B2-F237-FB8286AEFAC8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06962" y="307030"/>
                <a:ext cx="493199" cy="6391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" name="Google Shape;695;p66">
                <a:extLst>
                  <a:ext uri="{FF2B5EF4-FFF2-40B4-BE49-F238E27FC236}">
                    <a16:creationId xmlns:a16="http://schemas.microsoft.com/office/drawing/2014/main" id="{1116EF19-41B4-9791-460E-8AC18CC193D1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237481" y="3524124"/>
                <a:ext cx="632160" cy="5083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" name="Google Shape;697;p66">
                <a:extLst>
                  <a:ext uri="{FF2B5EF4-FFF2-40B4-BE49-F238E27FC236}">
                    <a16:creationId xmlns:a16="http://schemas.microsoft.com/office/drawing/2014/main" id="{D6F6A937-3218-BDB4-C32A-F1DF7FD757DD}"/>
                  </a:ext>
                </a:extLst>
              </p:cNvPr>
              <p:cNvSpPr/>
              <p:nvPr/>
            </p:nvSpPr>
            <p:spPr>
              <a:xfrm>
                <a:off x="6733976" y="1004565"/>
                <a:ext cx="3621299" cy="227951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698;p66">
                <a:extLst>
                  <a:ext uri="{FF2B5EF4-FFF2-40B4-BE49-F238E27FC236}">
                    <a16:creationId xmlns:a16="http://schemas.microsoft.com/office/drawing/2014/main" id="{35F7B912-BFD4-B6C7-769F-C8433F8C9D66}"/>
                  </a:ext>
                </a:extLst>
              </p:cNvPr>
              <p:cNvSpPr/>
              <p:nvPr/>
            </p:nvSpPr>
            <p:spPr>
              <a:xfrm>
                <a:off x="9043591" y="1170989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699;p66">
                <a:extLst>
                  <a:ext uri="{FF2B5EF4-FFF2-40B4-BE49-F238E27FC236}">
                    <a16:creationId xmlns:a16="http://schemas.microsoft.com/office/drawing/2014/main" id="{477830CC-455D-D52A-B193-3062D01F4AFA}"/>
                  </a:ext>
                </a:extLst>
              </p:cNvPr>
              <p:cNvSpPr/>
              <p:nvPr/>
            </p:nvSpPr>
            <p:spPr>
              <a:xfrm>
                <a:off x="8553562" y="1170989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700;p66">
                <a:extLst>
                  <a:ext uri="{FF2B5EF4-FFF2-40B4-BE49-F238E27FC236}">
                    <a16:creationId xmlns:a16="http://schemas.microsoft.com/office/drawing/2014/main" id="{6B2147C1-DCC1-50DC-947C-0D0BED662DC9}"/>
                  </a:ext>
                </a:extLst>
              </p:cNvPr>
              <p:cNvSpPr/>
              <p:nvPr/>
            </p:nvSpPr>
            <p:spPr>
              <a:xfrm>
                <a:off x="8068002" y="1170989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701;p66">
                <a:extLst>
                  <a:ext uri="{FF2B5EF4-FFF2-40B4-BE49-F238E27FC236}">
                    <a16:creationId xmlns:a16="http://schemas.microsoft.com/office/drawing/2014/main" id="{D2A158E1-112E-12C6-1AAD-70CB3F289F6E}"/>
                  </a:ext>
                </a:extLst>
              </p:cNvPr>
              <p:cNvSpPr/>
              <p:nvPr/>
            </p:nvSpPr>
            <p:spPr>
              <a:xfrm>
                <a:off x="8557148" y="1657655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702;p66">
                <a:extLst>
                  <a:ext uri="{FF2B5EF4-FFF2-40B4-BE49-F238E27FC236}">
                    <a16:creationId xmlns:a16="http://schemas.microsoft.com/office/drawing/2014/main" id="{2CC5BC86-B269-6D29-5672-DCD408E6684A}"/>
                  </a:ext>
                </a:extLst>
              </p:cNvPr>
              <p:cNvSpPr/>
              <p:nvPr/>
            </p:nvSpPr>
            <p:spPr>
              <a:xfrm>
                <a:off x="8063533" y="2144321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703;p66">
                <a:extLst>
                  <a:ext uri="{FF2B5EF4-FFF2-40B4-BE49-F238E27FC236}">
                    <a16:creationId xmlns:a16="http://schemas.microsoft.com/office/drawing/2014/main" id="{0DC76652-7C7C-2202-DBE4-824396EB596B}"/>
                  </a:ext>
                </a:extLst>
              </p:cNvPr>
              <p:cNvSpPr/>
              <p:nvPr/>
            </p:nvSpPr>
            <p:spPr>
              <a:xfrm>
                <a:off x="8553562" y="2144320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704;p66">
                <a:extLst>
                  <a:ext uri="{FF2B5EF4-FFF2-40B4-BE49-F238E27FC236}">
                    <a16:creationId xmlns:a16="http://schemas.microsoft.com/office/drawing/2014/main" id="{9BC44BF1-3829-DD79-0177-66213144462D}"/>
                  </a:ext>
                </a:extLst>
              </p:cNvPr>
              <p:cNvSpPr/>
              <p:nvPr/>
            </p:nvSpPr>
            <p:spPr>
              <a:xfrm>
                <a:off x="8063533" y="1657655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705;p66">
                <a:extLst>
                  <a:ext uri="{FF2B5EF4-FFF2-40B4-BE49-F238E27FC236}">
                    <a16:creationId xmlns:a16="http://schemas.microsoft.com/office/drawing/2014/main" id="{31ACFD37-0F72-9EC4-A7DB-BE27435A0FFE}"/>
                  </a:ext>
                </a:extLst>
              </p:cNvPr>
              <p:cNvSpPr/>
              <p:nvPr/>
            </p:nvSpPr>
            <p:spPr>
              <a:xfrm>
                <a:off x="9043591" y="1657655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706;p66">
                <a:extLst>
                  <a:ext uri="{FF2B5EF4-FFF2-40B4-BE49-F238E27FC236}">
                    <a16:creationId xmlns:a16="http://schemas.microsoft.com/office/drawing/2014/main" id="{6649FDB1-EB41-7618-F616-DFF45C1AC999}"/>
                  </a:ext>
                </a:extLst>
              </p:cNvPr>
              <p:cNvSpPr/>
              <p:nvPr/>
            </p:nvSpPr>
            <p:spPr>
              <a:xfrm>
                <a:off x="9051566" y="2144320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707;p66">
                <a:extLst>
                  <a:ext uri="{FF2B5EF4-FFF2-40B4-BE49-F238E27FC236}">
                    <a16:creationId xmlns:a16="http://schemas.microsoft.com/office/drawing/2014/main" id="{35756AEB-CA39-B5A8-96EF-AE8B25C1934A}"/>
                  </a:ext>
                </a:extLst>
              </p:cNvPr>
              <p:cNvSpPr/>
              <p:nvPr/>
            </p:nvSpPr>
            <p:spPr>
              <a:xfrm rot="5400000">
                <a:off x="7580417" y="2650335"/>
                <a:ext cx="286327" cy="805854"/>
              </a:xfrm>
              <a:prstGeom prst="rect">
                <a:avLst/>
              </a:prstGeom>
              <a:solidFill>
                <a:srgbClr val="FF0000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708;p66">
                <a:extLst>
                  <a:ext uri="{FF2B5EF4-FFF2-40B4-BE49-F238E27FC236}">
                    <a16:creationId xmlns:a16="http://schemas.microsoft.com/office/drawing/2014/main" id="{4AC77211-F904-4DB0-906C-8621FB35AE24}"/>
                  </a:ext>
                </a:extLst>
              </p:cNvPr>
              <p:cNvSpPr/>
              <p:nvPr/>
            </p:nvSpPr>
            <p:spPr>
              <a:xfrm>
                <a:off x="6545422" y="2837246"/>
                <a:ext cx="391343" cy="202575"/>
              </a:xfrm>
              <a:prstGeom prst="rect">
                <a:avLst/>
              </a:prstGeom>
              <a:solidFill>
                <a:schemeClr val="dk1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7D2D901A-7713-2C64-2B01-A81F0FC410B6}"/>
                </a:ext>
              </a:extLst>
            </p:cNvPr>
            <p:cNvSpPr/>
            <p:nvPr/>
          </p:nvSpPr>
          <p:spPr>
            <a:xfrm>
              <a:off x="5588694" y="325614"/>
              <a:ext cx="4871193" cy="39028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C0D7A4C3-C741-6191-CCEF-708E6B4FE7A6}"/>
              </a:ext>
            </a:extLst>
          </p:cNvPr>
          <p:cNvGrpSpPr/>
          <p:nvPr/>
        </p:nvGrpSpPr>
        <p:grpSpPr>
          <a:xfrm>
            <a:off x="10993229" y="326909"/>
            <a:ext cx="4871193" cy="3909733"/>
            <a:chOff x="10993229" y="326909"/>
            <a:chExt cx="4871193" cy="3909733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71272B67-36F3-DE35-03A4-C91FED0ABC82}"/>
                </a:ext>
              </a:extLst>
            </p:cNvPr>
            <p:cNvGrpSpPr/>
            <p:nvPr/>
          </p:nvGrpSpPr>
          <p:grpSpPr>
            <a:xfrm>
              <a:off x="11142350" y="326909"/>
              <a:ext cx="4626444" cy="3725479"/>
              <a:chOff x="11142350" y="326909"/>
              <a:chExt cx="4626444" cy="3725479"/>
            </a:xfrm>
          </p:grpSpPr>
          <p:pic>
            <p:nvPicPr>
              <p:cNvPr id="57" name="Google Shape;693;p66">
                <a:extLst>
                  <a:ext uri="{FF2B5EF4-FFF2-40B4-BE49-F238E27FC236}">
                    <a16:creationId xmlns:a16="http://schemas.microsoft.com/office/drawing/2014/main" id="{E47C82D8-79A0-BC46-24F1-4CE066378DD4}"/>
                  </a:ext>
                </a:extLst>
              </p:cNvPr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11142350" y="2503320"/>
                <a:ext cx="894870" cy="6303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8" name="Google Shape;694;p66">
                <a:extLst>
                  <a:ext uri="{FF2B5EF4-FFF2-40B4-BE49-F238E27FC236}">
                    <a16:creationId xmlns:a16="http://schemas.microsoft.com/office/drawing/2014/main" id="{DAAE2246-3A56-4F16-8B24-EDC46F438388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3720481" y="326909"/>
                <a:ext cx="493199" cy="6391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9" name="Google Shape;695;p66">
                <a:extLst>
                  <a:ext uri="{FF2B5EF4-FFF2-40B4-BE49-F238E27FC236}">
                    <a16:creationId xmlns:a16="http://schemas.microsoft.com/office/drawing/2014/main" id="{42B3FA53-8F2C-CDD8-21C0-D1C2C792611D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3651000" y="3544003"/>
                <a:ext cx="632160" cy="5083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" name="Google Shape;697;p66">
                <a:extLst>
                  <a:ext uri="{FF2B5EF4-FFF2-40B4-BE49-F238E27FC236}">
                    <a16:creationId xmlns:a16="http://schemas.microsoft.com/office/drawing/2014/main" id="{1AD9461E-39CF-08A2-7751-8CC75C4D66C1}"/>
                  </a:ext>
                </a:extLst>
              </p:cNvPr>
              <p:cNvSpPr/>
              <p:nvPr/>
            </p:nvSpPr>
            <p:spPr>
              <a:xfrm>
                <a:off x="12147495" y="1024444"/>
                <a:ext cx="3621299" cy="2279510"/>
              </a:xfrm>
              <a:prstGeom prst="rect">
                <a:avLst/>
              </a:prstGeom>
              <a:solidFill>
                <a:schemeClr val="lt1"/>
              </a:solidFill>
              <a:ln w="381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98;p66">
                <a:extLst>
                  <a:ext uri="{FF2B5EF4-FFF2-40B4-BE49-F238E27FC236}">
                    <a16:creationId xmlns:a16="http://schemas.microsoft.com/office/drawing/2014/main" id="{53FE9C83-45F8-6E84-A85B-5433FE8BE541}"/>
                  </a:ext>
                </a:extLst>
              </p:cNvPr>
              <p:cNvSpPr/>
              <p:nvPr/>
            </p:nvSpPr>
            <p:spPr>
              <a:xfrm>
                <a:off x="14457110" y="1842037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99;p66">
                <a:extLst>
                  <a:ext uri="{FF2B5EF4-FFF2-40B4-BE49-F238E27FC236}">
                    <a16:creationId xmlns:a16="http://schemas.microsoft.com/office/drawing/2014/main" id="{C8F4FFCE-26F8-882D-1559-4D4474DD0AD7}"/>
                  </a:ext>
                </a:extLst>
              </p:cNvPr>
              <p:cNvSpPr/>
              <p:nvPr/>
            </p:nvSpPr>
            <p:spPr>
              <a:xfrm>
                <a:off x="13967081" y="1842037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700;p66">
                <a:extLst>
                  <a:ext uri="{FF2B5EF4-FFF2-40B4-BE49-F238E27FC236}">
                    <a16:creationId xmlns:a16="http://schemas.microsoft.com/office/drawing/2014/main" id="{2D6881F1-65B2-5FBD-A98B-355D9A92256B}"/>
                  </a:ext>
                </a:extLst>
              </p:cNvPr>
              <p:cNvSpPr/>
              <p:nvPr/>
            </p:nvSpPr>
            <p:spPr>
              <a:xfrm>
                <a:off x="13481521" y="1842037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701;p66">
                <a:extLst>
                  <a:ext uri="{FF2B5EF4-FFF2-40B4-BE49-F238E27FC236}">
                    <a16:creationId xmlns:a16="http://schemas.microsoft.com/office/drawing/2014/main" id="{D54A8AF5-5AEA-0D95-CDC4-159D8D7BADE8}"/>
                  </a:ext>
                </a:extLst>
              </p:cNvPr>
              <p:cNvSpPr/>
              <p:nvPr/>
            </p:nvSpPr>
            <p:spPr>
              <a:xfrm>
                <a:off x="13970667" y="2328703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702;p66">
                <a:extLst>
                  <a:ext uri="{FF2B5EF4-FFF2-40B4-BE49-F238E27FC236}">
                    <a16:creationId xmlns:a16="http://schemas.microsoft.com/office/drawing/2014/main" id="{779B561A-D8F3-242C-2C58-5E0367E714D4}"/>
                  </a:ext>
                </a:extLst>
              </p:cNvPr>
              <p:cNvSpPr/>
              <p:nvPr/>
            </p:nvSpPr>
            <p:spPr>
              <a:xfrm>
                <a:off x="13477052" y="2815369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703;p66">
                <a:extLst>
                  <a:ext uri="{FF2B5EF4-FFF2-40B4-BE49-F238E27FC236}">
                    <a16:creationId xmlns:a16="http://schemas.microsoft.com/office/drawing/2014/main" id="{82A745BA-62F4-8002-4FE9-12D87E1D868C}"/>
                  </a:ext>
                </a:extLst>
              </p:cNvPr>
              <p:cNvSpPr/>
              <p:nvPr/>
            </p:nvSpPr>
            <p:spPr>
              <a:xfrm>
                <a:off x="13967081" y="2815368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704;p66">
                <a:extLst>
                  <a:ext uri="{FF2B5EF4-FFF2-40B4-BE49-F238E27FC236}">
                    <a16:creationId xmlns:a16="http://schemas.microsoft.com/office/drawing/2014/main" id="{0ED05C30-9145-7F47-2503-B62B91ACCC96}"/>
                  </a:ext>
                </a:extLst>
              </p:cNvPr>
              <p:cNvSpPr/>
              <p:nvPr/>
            </p:nvSpPr>
            <p:spPr>
              <a:xfrm>
                <a:off x="13477052" y="2328703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705;p66">
                <a:extLst>
                  <a:ext uri="{FF2B5EF4-FFF2-40B4-BE49-F238E27FC236}">
                    <a16:creationId xmlns:a16="http://schemas.microsoft.com/office/drawing/2014/main" id="{D208C744-8545-B9B2-FA6B-984F3165AAAC}"/>
                  </a:ext>
                </a:extLst>
              </p:cNvPr>
              <p:cNvSpPr/>
              <p:nvPr/>
            </p:nvSpPr>
            <p:spPr>
              <a:xfrm>
                <a:off x="14457110" y="2328703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706;p66">
                <a:extLst>
                  <a:ext uri="{FF2B5EF4-FFF2-40B4-BE49-F238E27FC236}">
                    <a16:creationId xmlns:a16="http://schemas.microsoft.com/office/drawing/2014/main" id="{CB73C941-4783-B3D2-833C-79735E4342C0}"/>
                  </a:ext>
                </a:extLst>
              </p:cNvPr>
              <p:cNvSpPr/>
              <p:nvPr/>
            </p:nvSpPr>
            <p:spPr>
              <a:xfrm>
                <a:off x="14465085" y="2815368"/>
                <a:ext cx="347898" cy="334955"/>
              </a:xfrm>
              <a:prstGeom prst="ellipse">
                <a:avLst/>
              </a:prstGeom>
              <a:noFill/>
              <a:ln w="57150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7;p66">
                <a:extLst>
                  <a:ext uri="{FF2B5EF4-FFF2-40B4-BE49-F238E27FC236}">
                    <a16:creationId xmlns:a16="http://schemas.microsoft.com/office/drawing/2014/main" id="{B2FCF414-F6BC-B22D-8232-8FB47967FCBB}"/>
                  </a:ext>
                </a:extLst>
              </p:cNvPr>
              <p:cNvSpPr/>
              <p:nvPr/>
            </p:nvSpPr>
            <p:spPr>
              <a:xfrm>
                <a:off x="12385665" y="1221548"/>
                <a:ext cx="286327" cy="805854"/>
              </a:xfrm>
              <a:prstGeom prst="rect">
                <a:avLst/>
              </a:prstGeom>
              <a:solidFill>
                <a:srgbClr val="FF0000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08;p66">
                <a:extLst>
                  <a:ext uri="{FF2B5EF4-FFF2-40B4-BE49-F238E27FC236}">
                    <a16:creationId xmlns:a16="http://schemas.microsoft.com/office/drawing/2014/main" id="{87E06359-5CE7-D391-0CD9-7CABD4D5FCB3}"/>
                  </a:ext>
                </a:extLst>
              </p:cNvPr>
              <p:cNvSpPr/>
              <p:nvPr/>
            </p:nvSpPr>
            <p:spPr>
              <a:xfrm>
                <a:off x="11958941" y="2857125"/>
                <a:ext cx="391343" cy="202575"/>
              </a:xfrm>
              <a:prstGeom prst="rect">
                <a:avLst/>
              </a:prstGeom>
              <a:solidFill>
                <a:schemeClr val="dk1"/>
              </a:solidFill>
              <a:ln w="12700" cap="flat" cmpd="sng">
                <a:solidFill>
                  <a:srgbClr val="31538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9CEB5FA5-1F39-0DFD-C190-2209C83ACCDB}"/>
                </a:ext>
              </a:extLst>
            </p:cNvPr>
            <p:cNvSpPr/>
            <p:nvPr/>
          </p:nvSpPr>
          <p:spPr>
            <a:xfrm>
              <a:off x="10993229" y="333801"/>
              <a:ext cx="4871193" cy="39028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3111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7C641A9E-5C1B-D475-8647-3D47C3C8EE7E}"/>
              </a:ext>
            </a:extLst>
          </p:cNvPr>
          <p:cNvGrpSpPr/>
          <p:nvPr/>
        </p:nvGrpSpPr>
        <p:grpSpPr>
          <a:xfrm>
            <a:off x="651010" y="12164"/>
            <a:ext cx="5364665" cy="6833672"/>
            <a:chOff x="651010" y="12164"/>
            <a:chExt cx="5364665" cy="6833672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1AEB4F8B-E8E5-FABD-AE70-864BB4CEA8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010" y="12164"/>
              <a:ext cx="5364665" cy="6833672"/>
            </a:xfrm>
            <a:prstGeom prst="rect">
              <a:avLst/>
            </a:prstGeom>
          </p:spPr>
        </p:pic>
        <p:sp>
          <p:nvSpPr>
            <p:cNvPr id="6" name="楕円 5">
              <a:extLst>
                <a:ext uri="{FF2B5EF4-FFF2-40B4-BE49-F238E27FC236}">
                  <a16:creationId xmlns:a16="http://schemas.microsoft.com/office/drawing/2014/main" id="{2CE8812F-5C13-6546-1136-8284C1DAC200}"/>
                </a:ext>
              </a:extLst>
            </p:cNvPr>
            <p:cNvSpPr/>
            <p:nvPr/>
          </p:nvSpPr>
          <p:spPr>
            <a:xfrm>
              <a:off x="1713508" y="1299413"/>
              <a:ext cx="452387" cy="45238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b="1" dirty="0">
                  <a:solidFill>
                    <a:srgbClr val="FF0000"/>
                  </a:solidFill>
                </a:rPr>
                <a:t>A</a:t>
              </a:r>
              <a:endParaRPr kumimoji="1" lang="ja-JP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E0CB7231-698D-E28E-1262-6682F28C14D3}"/>
                </a:ext>
              </a:extLst>
            </p:cNvPr>
            <p:cNvSpPr/>
            <p:nvPr/>
          </p:nvSpPr>
          <p:spPr>
            <a:xfrm>
              <a:off x="1713508" y="1867303"/>
              <a:ext cx="452387" cy="45238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b="1" dirty="0">
                  <a:solidFill>
                    <a:srgbClr val="FF0000"/>
                  </a:solidFill>
                </a:rPr>
                <a:t>B</a:t>
              </a:r>
              <a:endParaRPr kumimoji="1" lang="ja-JP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A04821FB-979E-EB66-AC19-5C9DB8D97B1A}"/>
                </a:ext>
              </a:extLst>
            </p:cNvPr>
            <p:cNvSpPr/>
            <p:nvPr/>
          </p:nvSpPr>
          <p:spPr>
            <a:xfrm>
              <a:off x="1713508" y="3504735"/>
              <a:ext cx="452387" cy="45238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b="1" dirty="0">
                  <a:solidFill>
                    <a:srgbClr val="FF0000"/>
                  </a:solidFill>
                </a:rPr>
                <a:t>C</a:t>
              </a:r>
              <a:endParaRPr kumimoji="1" lang="ja-JP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7B4C32EC-CADD-B70C-AC7A-7CDA58D43394}"/>
                </a:ext>
              </a:extLst>
            </p:cNvPr>
            <p:cNvSpPr/>
            <p:nvPr/>
          </p:nvSpPr>
          <p:spPr>
            <a:xfrm>
              <a:off x="1713508" y="5458664"/>
              <a:ext cx="452387" cy="45238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2400" b="1" dirty="0">
                  <a:solidFill>
                    <a:srgbClr val="FF0000"/>
                  </a:solidFill>
                </a:rPr>
                <a:t>D</a:t>
              </a:r>
              <a:endParaRPr kumimoji="1" lang="ja-JP" altLang="en-US" sz="2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6C0D2C27-B407-4F1D-DE6F-946E1AE38D78}"/>
              </a:ext>
            </a:extLst>
          </p:cNvPr>
          <p:cNvGrpSpPr/>
          <p:nvPr/>
        </p:nvGrpSpPr>
        <p:grpSpPr>
          <a:xfrm>
            <a:off x="6185629" y="12164"/>
            <a:ext cx="5364665" cy="6833672"/>
            <a:chOff x="6185629" y="12164"/>
            <a:chExt cx="5364665" cy="6833672"/>
          </a:xfrm>
        </p:grpSpPr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7C486EEB-2BC8-8FA1-E54B-B8BC48C9D9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85629" y="12164"/>
              <a:ext cx="5364665" cy="6833672"/>
            </a:xfrm>
            <a:prstGeom prst="rect">
              <a:avLst/>
            </a:prstGeom>
          </p:spPr>
        </p:pic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FA63A2F0-5EC1-1186-0B9F-A8C79E292F74}"/>
                </a:ext>
              </a:extLst>
            </p:cNvPr>
            <p:cNvSpPr txBox="1"/>
            <p:nvPr/>
          </p:nvSpPr>
          <p:spPr>
            <a:xfrm>
              <a:off x="7305575" y="1328289"/>
              <a:ext cx="12897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総 務</a:t>
              </a: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CC22F4AA-30BD-B06A-E0BE-3D9E8B1F8CF8}"/>
                </a:ext>
              </a:extLst>
            </p:cNvPr>
            <p:cNvSpPr txBox="1"/>
            <p:nvPr/>
          </p:nvSpPr>
          <p:spPr>
            <a:xfrm>
              <a:off x="7305575" y="1876928"/>
              <a:ext cx="15207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山田　太郎</a:t>
              </a: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3D829016-ABC9-6FD1-7136-7699813DE902}"/>
                </a:ext>
              </a:extLst>
            </p:cNvPr>
            <p:cNvSpPr txBox="1"/>
            <p:nvPr/>
          </p:nvSpPr>
          <p:spPr>
            <a:xfrm>
              <a:off x="7459578" y="2692539"/>
              <a:ext cx="16940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400" dirty="0"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8</a:t>
              </a:r>
              <a:r>
                <a:rPr lang="ja-JP" altLang="en-US" sz="1400" dirty="0"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　　６　</a:t>
              </a:r>
              <a:r>
                <a:rPr lang="en-US" altLang="ja-JP" sz="1400" dirty="0"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14</a:t>
              </a:r>
              <a:endParaRPr kumimoji="1" lang="ja-JP" altLang="en-US" sz="1400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F3553765-B586-4970-B526-C11F7AD0BAD8}"/>
                </a:ext>
              </a:extLst>
            </p:cNvPr>
            <p:cNvSpPr txBox="1"/>
            <p:nvPr/>
          </p:nvSpPr>
          <p:spPr>
            <a:xfrm>
              <a:off x="7459578" y="2923316"/>
              <a:ext cx="16940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400" dirty="0"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8</a:t>
              </a:r>
              <a:r>
                <a:rPr lang="ja-JP" altLang="en-US" sz="1400" dirty="0"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　　６　</a:t>
              </a:r>
              <a:r>
                <a:rPr lang="en-US" altLang="ja-JP" sz="1400" dirty="0"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15</a:t>
              </a:r>
              <a:endParaRPr kumimoji="1" lang="ja-JP" altLang="en-US" sz="1400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1632C53F-67B9-0F4B-B11F-3B167E454B50}"/>
                </a:ext>
              </a:extLst>
            </p:cNvPr>
            <p:cNvSpPr txBox="1"/>
            <p:nvPr/>
          </p:nvSpPr>
          <p:spPr>
            <a:xfrm>
              <a:off x="9894128" y="2807927"/>
              <a:ext cx="4055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400" dirty="0"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2</a:t>
              </a:r>
              <a:endParaRPr kumimoji="1" lang="ja-JP" altLang="en-US" sz="1400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6AB1C0FC-51F8-FE59-0374-5B6AB84CB703}"/>
                </a:ext>
              </a:extLst>
            </p:cNvPr>
            <p:cNvSpPr txBox="1"/>
            <p:nvPr/>
          </p:nvSpPr>
          <p:spPr>
            <a:xfrm>
              <a:off x="7196912" y="3514362"/>
              <a:ext cx="12568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dirty="0"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私 用</a:t>
              </a:r>
              <a:endParaRPr kumimoji="1" lang="ja-JP" altLang="en-US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FB4E4015-E1A5-A69A-D59D-F39544C406D9}"/>
                </a:ext>
              </a:extLst>
            </p:cNvPr>
            <p:cNvSpPr txBox="1"/>
            <p:nvPr/>
          </p:nvSpPr>
          <p:spPr>
            <a:xfrm>
              <a:off x="7788762" y="4313549"/>
              <a:ext cx="1863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400" dirty="0"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090-1234-5678</a:t>
              </a:r>
              <a:endParaRPr kumimoji="1" lang="ja-JP" altLang="en-US" sz="1400" dirty="0"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pic>
          <p:nvPicPr>
            <p:cNvPr id="23" name="図 22">
              <a:extLst>
                <a:ext uri="{FF2B5EF4-FFF2-40B4-BE49-F238E27FC236}">
                  <a16:creationId xmlns:a16="http://schemas.microsoft.com/office/drawing/2014/main" id="{6FF2FB81-A66D-9D05-C4A8-17BB73A61D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AFEFC"/>
                </a:clrFrom>
                <a:clrTo>
                  <a:srgbClr val="FAFEFC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418028" y="1833135"/>
              <a:ext cx="444244" cy="4786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4599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59BFEE8D-3DE5-C81A-040F-38734DB4994E}"/>
              </a:ext>
            </a:extLst>
          </p:cNvPr>
          <p:cNvGrpSpPr/>
          <p:nvPr/>
        </p:nvGrpSpPr>
        <p:grpSpPr>
          <a:xfrm>
            <a:off x="3402056" y="-70246"/>
            <a:ext cx="5271890" cy="6998492"/>
            <a:chOff x="3402056" y="-70246"/>
            <a:chExt cx="5271890" cy="6998492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E3A13311-2BBA-B7F3-85C4-707CFD8D3F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8052" y="-70246"/>
              <a:ext cx="5155894" cy="6998492"/>
            </a:xfrm>
            <a:prstGeom prst="rect">
              <a:avLst/>
            </a:prstGeom>
          </p:spPr>
        </p:pic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F93494AB-8B23-C24E-9D99-82950A3699C8}"/>
                </a:ext>
              </a:extLst>
            </p:cNvPr>
            <p:cNvSpPr/>
            <p:nvPr/>
          </p:nvSpPr>
          <p:spPr>
            <a:xfrm>
              <a:off x="3402056" y="2201113"/>
              <a:ext cx="452387" cy="45238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b="1" dirty="0">
                  <a:solidFill>
                    <a:srgbClr val="FF0000"/>
                  </a:solidFill>
                </a:rPr>
                <a:t>A</a:t>
              </a:r>
              <a:endParaRPr kumimoji="1" lang="ja-JP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01683591-B2D1-183E-D07E-62B9990E2C4F}"/>
                </a:ext>
              </a:extLst>
            </p:cNvPr>
            <p:cNvSpPr/>
            <p:nvPr/>
          </p:nvSpPr>
          <p:spPr>
            <a:xfrm>
              <a:off x="3402056" y="3251603"/>
              <a:ext cx="452387" cy="45238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b="1" dirty="0">
                  <a:solidFill>
                    <a:srgbClr val="FF0000"/>
                  </a:solidFill>
                </a:rPr>
                <a:t>B</a:t>
              </a:r>
              <a:endParaRPr kumimoji="1" lang="ja-JP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26E569BC-ADD9-4852-4449-E534DE4F4CAC}"/>
                </a:ext>
              </a:extLst>
            </p:cNvPr>
            <p:cNvSpPr/>
            <p:nvPr/>
          </p:nvSpPr>
          <p:spPr>
            <a:xfrm>
              <a:off x="3402056" y="4304835"/>
              <a:ext cx="452387" cy="45238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b="1" dirty="0">
                  <a:solidFill>
                    <a:srgbClr val="FF0000"/>
                  </a:solidFill>
                </a:rPr>
                <a:t>C</a:t>
              </a:r>
              <a:endParaRPr kumimoji="1" lang="ja-JP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DE6A86B1-D151-25D6-5127-5A3AABACE492}"/>
                </a:ext>
              </a:extLst>
            </p:cNvPr>
            <p:cNvSpPr/>
            <p:nvPr/>
          </p:nvSpPr>
          <p:spPr>
            <a:xfrm>
              <a:off x="3402056" y="4823664"/>
              <a:ext cx="452387" cy="45238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2400" b="1" dirty="0">
                  <a:solidFill>
                    <a:srgbClr val="FF0000"/>
                  </a:solidFill>
                </a:rPr>
                <a:t>D</a:t>
              </a:r>
              <a:endParaRPr kumimoji="1" lang="ja-JP" altLang="en-US" sz="24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78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28</Words>
  <Application>Microsoft Office PowerPoint</Application>
  <PresentationFormat>ワイド画面</PresentationFormat>
  <Paragraphs>21</Paragraphs>
  <Slides>4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UD デジタル 教科書体 NP-R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 H</dc:creator>
  <cp:lastModifiedBy>T H</cp:lastModifiedBy>
  <cp:revision>6</cp:revision>
  <dcterms:created xsi:type="dcterms:W3CDTF">2026-09-28T13:33:05Z</dcterms:created>
  <dcterms:modified xsi:type="dcterms:W3CDTF">2026-10-05T03:30:00Z</dcterms:modified>
</cp:coreProperties>
</file>